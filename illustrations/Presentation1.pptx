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55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8015-32D7-D452-E4FE-8F674DF9ED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AAA3FA-85D0-BC48-97C3-29ED4F6FBB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BD284-E055-FF8E-A25F-886CDC3FC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8973-51FB-4D30-B108-20C4C4830E6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10C93-3261-7513-EE36-6D8E7066F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5EAA1-2E49-97BD-9796-59392AE65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F838C-A472-440F-820E-1E73EFDA4A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380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0512-5134-0808-7E65-55A0EDD22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BFCE6-1017-C49F-D971-99059A88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4407B-5372-24A5-CEAD-2C65474C3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8973-51FB-4D30-B108-20C4C4830E6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82BBD-41C0-69FE-BD58-92658B4A9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03AF6-56DA-BEFF-1996-9A0AAF203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F838C-A472-440F-820E-1E73EFDA4A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48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37C04-5BEA-1009-8D28-81D5A74EE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CCED5-5DA8-898B-7E29-85D6B40E3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4694C-2E59-8DBD-8DCF-0DE240ECE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8973-51FB-4D30-B108-20C4C4830E6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4394B-AD02-6E75-7D80-E5DCCD3A5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5CA94-D64C-1F1B-3748-DA42C4FDF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F838C-A472-440F-820E-1E73EFDA4A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5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3EB40-73CD-9F15-DA1C-E8926FCB6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95AAB-9CB3-0618-DBF8-EBCC5D8DEC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E7ACD-F6B3-EC45-71CB-77522FFD5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1AA6B-A6AD-4BFB-0932-4DD7EF3B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8973-51FB-4D30-B108-20C4C4830E6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005F9-184D-8589-DD98-79BB468A0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31D36-81C6-6164-8079-34152C77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F838C-A472-440F-820E-1E73EFDA4A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8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1031-78EF-5327-6098-36AFE87BC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252F6-1923-A240-25B2-5E182AD80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01D13-C037-B516-DB89-B1AB4B7C7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D5FC15-295A-C559-6F94-3754F1210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62E754-45A8-E47E-7BC4-A053BCFE8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C154CA-76DC-4D2E-07AE-C44DF98EB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8973-51FB-4D30-B108-20C4C4830E6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80B09F-1CF6-EA3D-2AE2-BC65E4D63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0EAF71-9EE1-C45D-E35F-125D535EB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F838C-A472-440F-820E-1E73EFDA4A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835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1D00-2770-97C6-C583-9F43D01A9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37DFDB-AF0B-EB17-164C-2C4BE8D8B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8973-51FB-4D30-B108-20C4C4830E6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FD22B-99CB-84A7-544D-CAE9ABC52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0C75C3-8D3C-30F1-7CF2-CEDC697B3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F838C-A472-440F-820E-1E73EFDA4A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230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7EEE7C-E149-B763-B1FB-F9A5EBE47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8973-51FB-4D30-B108-20C4C4830E6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71D4C6-42B6-3A2A-284E-FD60E3FF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6D3CF-C6A4-C890-A6F5-CF54D798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F838C-A472-440F-820E-1E73EFDA4A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102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B1F6-F34D-B08A-F4B5-77F6C8BE2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C3353-0628-3593-B3A1-DADCF7D7E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DC949-47BA-8D1B-17E4-858A074649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2E311-0D1B-DBDF-44E9-B0FAF4E96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8973-51FB-4D30-B108-20C4C4830E6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D121C-5935-A3B9-A65C-33F6212C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8960A-7801-6778-0C92-E3599CE88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F838C-A472-440F-820E-1E73EFDA4A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01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AE4E-E2A7-24C7-A12E-AF82CF88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B29EDC-5977-8044-C016-F86D48E63F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C9E10-6355-7491-47CC-BDD03C5C6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E0A6B-CF0E-32B8-3A16-A1206351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8973-51FB-4D30-B108-20C4C4830E6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2B00A-5E82-BB1A-B13C-34F3DD5DA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BD0CB-508C-B33C-4C79-4B8A47F1E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F838C-A472-440F-820E-1E73EFDA4A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802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767B7-7FC2-2DB4-B133-11D2224F2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98523-5C6E-5066-CE32-A86D65950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BC30F-5901-0C9D-820D-A1494C52C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8973-51FB-4D30-B108-20C4C4830E6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A0B5A-D59D-CBA7-1645-7CCCEEFE5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90014-FC93-0D28-3327-538440553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F838C-A472-440F-820E-1E73EFDA4A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130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9FF860-BC15-A9A9-DDEF-D4ACA6E71F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B5120-482E-1459-D5D7-278B50BF1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EF7BE-36A8-588A-AF68-715DAEAB7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8973-51FB-4D30-B108-20C4C4830E6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3104D-C48F-4E30-8B5C-3BE25CC2E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2ED1A-F059-2D5A-46EF-C70684020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F838C-A472-440F-820E-1E73EFDA4A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472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F9D746-C6FD-861D-A6E3-4106E0A73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FC340-A5B3-C31E-4CDC-CF49A1D04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06DDB-4F1B-C6F4-70F4-BC2E5D10D4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C8973-51FB-4D30-B108-20C4C4830E6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19C4-2675-EDA3-1A27-B80DA4E9D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F28BC-E3FE-6296-20F1-F70A04F53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CF838C-A472-440F-820E-1E73EFDA4A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39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D4FCD806-16EA-FE38-82AE-C1DFC2C5BFD3}"/>
              </a:ext>
            </a:extLst>
          </p:cNvPr>
          <p:cNvGrpSpPr/>
          <p:nvPr/>
        </p:nvGrpSpPr>
        <p:grpSpPr>
          <a:xfrm>
            <a:off x="826588" y="195408"/>
            <a:ext cx="10226900" cy="6467184"/>
            <a:chOff x="826588" y="195408"/>
            <a:chExt cx="10226900" cy="646718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40AED67-2003-9CF7-E4B5-18F6C282D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2706446" y="-1684450"/>
              <a:ext cx="6467184" cy="10226900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BCF7502-E737-07C1-F2DC-5D92380D638A}"/>
                </a:ext>
              </a:extLst>
            </p:cNvPr>
            <p:cNvGrpSpPr/>
            <p:nvPr/>
          </p:nvGrpSpPr>
          <p:grpSpPr>
            <a:xfrm>
              <a:off x="5000896" y="1121229"/>
              <a:ext cx="1502230" cy="1567542"/>
              <a:chOff x="4985656" y="1143001"/>
              <a:chExt cx="1502230" cy="156754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6FBFB04-608E-3088-2C1E-A077AC6B9A2D}"/>
                  </a:ext>
                </a:extLst>
              </p:cNvPr>
              <p:cNvSpPr/>
              <p:nvPr/>
            </p:nvSpPr>
            <p:spPr>
              <a:xfrm>
                <a:off x="4985656" y="1549400"/>
                <a:ext cx="1502230" cy="11611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9CDA398-C253-5581-8DEB-D8477FBA0F2F}"/>
                  </a:ext>
                </a:extLst>
              </p:cNvPr>
              <p:cNvSpPr/>
              <p:nvPr/>
            </p:nvSpPr>
            <p:spPr>
              <a:xfrm>
                <a:off x="5736771" y="1143001"/>
                <a:ext cx="751115" cy="7747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4D6C321-29A9-AE66-E705-877F03F2FEC0}"/>
                </a:ext>
              </a:extLst>
            </p:cNvPr>
            <p:cNvSpPr/>
            <p:nvPr/>
          </p:nvSpPr>
          <p:spPr>
            <a:xfrm>
              <a:off x="5311141" y="1817371"/>
              <a:ext cx="175259" cy="175259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F3D767F-B0B1-68A9-8B82-73915F339A00}"/>
                </a:ext>
              </a:extLst>
            </p:cNvPr>
            <p:cNvSpPr/>
            <p:nvPr/>
          </p:nvSpPr>
          <p:spPr>
            <a:xfrm>
              <a:off x="6149341" y="1442721"/>
              <a:ext cx="175259" cy="175259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7FAD4CC-657A-2E7A-53BF-71CCA37C4CA9}"/>
                </a:ext>
              </a:extLst>
            </p:cNvPr>
            <p:cNvSpPr/>
            <p:nvPr/>
          </p:nvSpPr>
          <p:spPr>
            <a:xfrm>
              <a:off x="5823197" y="2138862"/>
              <a:ext cx="116840" cy="11684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7D072A3-D973-9C77-4199-9337DC0191EF}"/>
                    </a:ext>
                  </a:extLst>
                </p:cNvPr>
                <p:cNvSpPr txBox="1"/>
                <p:nvPr/>
              </p:nvSpPr>
              <p:spPr>
                <a:xfrm>
                  <a:off x="5822768" y="2199865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sub>
                        </m:sSub>
                        <m:d>
                          <m:d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en-GB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7D072A3-D973-9C77-4199-9337DC0191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2768" y="2199865"/>
                  <a:ext cx="304800" cy="338554"/>
                </a:xfrm>
                <a:prstGeom prst="rect">
                  <a:avLst/>
                </a:prstGeom>
                <a:blipFill>
                  <a:blip r:embed="rId3"/>
                  <a:stretch>
                    <a:fillRect r="-82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77A95A9-532D-2BE2-4938-D4577C1EF5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05368" y="1980836"/>
              <a:ext cx="291277" cy="1718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19288E6-346D-0D06-76DF-4035F211AB91}"/>
                    </a:ext>
                  </a:extLst>
                </p:cNvPr>
                <p:cNvSpPr txBox="1"/>
                <p:nvPr/>
              </p:nvSpPr>
              <p:spPr>
                <a:xfrm>
                  <a:off x="5045530" y="1850320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en-GB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19288E6-346D-0D06-76DF-4035F211AB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5530" y="1850320"/>
                  <a:ext cx="304800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87C15F1-D6DC-879A-B9CB-D2947AA2D381}"/>
                    </a:ext>
                  </a:extLst>
                </p:cNvPr>
                <p:cNvSpPr txBox="1"/>
                <p:nvPr/>
              </p:nvSpPr>
              <p:spPr>
                <a:xfrm>
                  <a:off x="5881617" y="1442721"/>
                  <a:ext cx="304800" cy="3618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oMath>
                    </m:oMathPara>
                  </a14:m>
                  <a:endParaRPr lang="en-GB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87C15F1-D6DC-879A-B9CB-D2947AA2D3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1617" y="1442721"/>
                  <a:ext cx="304800" cy="361830"/>
                </a:xfrm>
                <a:prstGeom prst="rect">
                  <a:avLst/>
                </a:prstGeom>
                <a:blipFill>
                  <a:blip r:embed="rId5"/>
                  <a:stretch>
                    <a:fillRect r="-6000" b="-508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57565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Yung-Cheng Chiang</dc:creator>
  <cp:lastModifiedBy>Yung-Cheng Chiang</cp:lastModifiedBy>
  <cp:revision>1</cp:revision>
  <dcterms:created xsi:type="dcterms:W3CDTF">2025-11-24T12:01:29Z</dcterms:created>
  <dcterms:modified xsi:type="dcterms:W3CDTF">2025-11-24T12:18:13Z</dcterms:modified>
</cp:coreProperties>
</file>